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买家门户与交易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358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Buyer Portal &amp; Trade Fulfillment ｜ T2-13 ~ T2-18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第 2 次阶段性评审 · 挑战需求 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74920"/>
            <a:ext cx="10332720" cy="18288"/>
          </a:xfrm>
          <a:prstGeom prst="rect">
            <a:avLst/>
          </a:prstGeom>
          <a:solidFill>
            <a:srgbClr val="2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第 5 组 ｜ 周到（产品经理）｜ 负责 6 项任务 · 15 个故事点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《软件工程实践（Ⅰ）》2026-2027-1 学期 · 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60120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05156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941832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我负责的边界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38074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portal/ 一个包 · 四个跨模块契约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58568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50008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40279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六项任务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79191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列表 / 搜索 / 详情 / 下单 / 我的订单 / 卖家结单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557015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648456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538727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三个技术判断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977639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冻结语义 · 降级适配 · 老库迁移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855464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946903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837176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验收与遗留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27608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67 项测试 · 实跑链路 · 四个待办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3291840" cy="23774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3291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我负责的边界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82296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401568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三个人按代码包物理隔离：我只改 portal/，
需要别人的东西一律走契约接口。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三个包，三个责任人：我只动 portal/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3657600" cy="2880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65760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15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buyer/ admin/ auth/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00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胡成溯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299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账号与客户模块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395728"/>
            <a:ext cx="502920" cy="32004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78608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注册 / 登录 / 会话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客户管理 / 两套登录态隔离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868680"/>
            <a:ext cx="3657600" cy="2880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868680"/>
            <a:ext cx="365760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115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product/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600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黄程宇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0299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商品中心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7992" y="2395728"/>
            <a:ext cx="502920" cy="32004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578608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商品发布 / 多图 / 库存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分类两级结构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868680"/>
            <a:ext cx="3657600" cy="28803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868680"/>
            <a:ext cx="365760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115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portal/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600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周到（我）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0299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买家门户与交易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2395728"/>
            <a:ext cx="502920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2578608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浏览 / 搜索 / 详情 / 下单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我的订单 / 卖家交易确认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69080"/>
            <a:ext cx="11457432" cy="14630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2519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跨模块一律走契约，不互相 import 对方的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6451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CategoryPort　·　ProductPort　·　SellerContext　·　IntentHistoryPort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02920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接口由消费方定义、由数据持有方实现 —— 客户详情页要读我的 intent 表，所以接口归组长定义、由我实现。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T2-13 ~ T2-18：买家从逛到下单，卖家从看到结单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0515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344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商品列表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01368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只查 status = 'on_sale'，按发布时间倒序；分页非法入参归一化，不抛错。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868680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868680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0515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344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关键词搜索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801368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名称与描述双字段模糊匹配，可与分类叠加；两种空态文案分开写。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868680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868680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0515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344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商品详情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801368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状态分流：可下单 / 交易中替换表单 / 已下架走 404；展示当前排队人数。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81528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81528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2644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355701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提交意向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014216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强制登录并原地回跳；姓名电话取注册快照；同买家同商品限 1 条未结束。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081528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081528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32644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55701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我的订单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014216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只查 trade_result ∈ (success, failed)；排队中与交易中的单不出现。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081528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081528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32644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55701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卖家交易确认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014216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只能从队首确认；成功扣 1 件并解冻，失败库存不动、队列自动递补。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六项共 15 个故事点；代码 21 个 Java 文件 + 1 个建表脚本 + 6 个模板，约 2300 行，全部落在 portal/ 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真正变的不是功能，是身份模型：从「一串码」到「一个账号」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532120" cy="2606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53212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789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迭代 1 · 匿名 + 口令码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4983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下单 → 生成 32 位口令码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凭码查单：码丢了就查不到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买家身份 = 一串随时会丢的字符串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无法约束「同一人重复排队」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68680"/>
            <a:ext cx="5650992" cy="26060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868680"/>
            <a:ext cx="5650992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789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迭代 2（挑战 A）· 注册登录 + 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下单必须登录，未登录先跳登录页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身份 = buyer_id，贯穿四条链路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同买家同商品限 1 条未结束意向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口令码整条链路下线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67328"/>
            <a:ext cx="11457432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9502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落到代码：所有查询条件从 token_code 换成 buyer_id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334256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「我的订单」= WHERE buyer_id = ?　→ 换号不串数据，测试里专门断言过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存量匿名意向按口径不并入任何客户（buyer_id 落 0），客户历史永远查不到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3291840" cy="23774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3291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三个技术判断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82296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401568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这三个判断决定了后面会不会返工：
需求里的名词怎么翻译成库里的字段。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判断一：「整件冻结」不需要再多一个 locked 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判断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08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07492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074920" cy="50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第一反应：加 locked 布尔列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status 和 locked 两个字段维护同一件事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随时出现 status='on_sale' 而 locked=1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这种自相矛盾的行，测试怎么写都是错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868680"/>
            <a:ext cx="5971032" cy="21031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868680"/>
            <a:ext cx="5971032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024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最后做法：一个字段，一个语义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41732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冻结就是 product.status = 'frozen'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库存扣减只在成交那一刻发生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不新增 locked，也不在注释里留后门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商品状态机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2788920" cy="960120"/>
          </a:xfrm>
          <a:prstGeom prst="rect">
            <a:avLst/>
          </a:prstGeom>
          <a:solidFill>
            <a:srgbClr val="F7F9FC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on_sale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在售 · 可被下单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611880"/>
            <a:ext cx="2788920" cy="960120"/>
          </a:xfrm>
          <a:prstGeom prst="rect">
            <a:avLst/>
          </a:prstGeom>
          <a:solidFill>
            <a:srgbClr val="F7F9FC"/>
          </a:solidFill>
          <a:ln w="1905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703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08A00"/>
                </a:solidFill>
                <a:latin typeface="微软雅黑"/>
                <a:ea typeface="微软雅黑"/>
                <a:cs typeface="微软雅黑"/>
              </a:rPr>
              <a:t>frozen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交易中 · 不可下单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611880"/>
            <a:ext cx="2788920" cy="960120"/>
          </a:xfrm>
          <a:prstGeom prst="rect">
            <a:avLst/>
          </a:prstGeom>
          <a:solidFill>
            <a:srgbClr val="F7F9FC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on_sale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成交或失败后回到在售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3886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3886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6451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卖家确认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451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成功扣 1 / 失败不动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74920"/>
            <a:ext cx="11457432" cy="105156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074920"/>
            <a:ext cx="11457432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230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库存 N 件 = 同一件商品先后交易 N 次，不是 N 个人同时交易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后者与线下「卖家一次只能见一个人」的设定矛盾 —— 这条已写进建表脚本注释，防止以后有人顺手加回 locked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判断二：队友的表没到位，门户不能跟着起不来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判断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3611880" cy="22402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61188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005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361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结构探测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38528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启动时探测 product.stock / category.parent_id / product_image / buyer 是否存在并缓存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868680"/>
            <a:ext cx="3611880" cy="22402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868680"/>
            <a:ext cx="3611880" cy="50292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005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5361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契约适配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938528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跨模块三个端口各给一个 @ConditionalOnMissingBean 的临时实现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868680"/>
            <a:ext cx="3611880" cy="22402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868680"/>
            <a:ext cx="3611880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005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5361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自动退让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938528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队友把正式 Service 注册成 Bean 的那一刻，我的实现自动失效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0128"/>
            <a:ext cx="11457432" cy="109728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310128"/>
            <a:ext cx="11457432" cy="50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4930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代价：这一版有两处「降级但可用」，必须说明清楚，不能藏着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库存显示「不限」（stock 列不存在，成交只记账不扣数）　·　商品图是占位图（product_image 表未建）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5371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这两处不是我漏做，是依赖未到位；接入后门户代码零改动 —— 降级条件写死在代码里，可以当场翻给人看。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74920"/>
            <a:ext cx="11457432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3951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过渡方案是有期限的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portal/contract/adapter 整个包只活到商品中心合入为止，类注释里写明这条纪律，避免过渡架构变成永久架构。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判断三：老库升级不能靠「删库重来」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判断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07492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07492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intent 表新增 buyer_id(NOT NULL)、finished_at、
trade_result、fail_reason、trade_address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但 SQLite 不支持 ALTER 删约束 / 改可空性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868680"/>
            <a:ext cx="5971032" cy="178308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868680"/>
            <a:ext cx="5971032" cy="50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024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只改 .sql 的后果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389888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别人本地那个跑过迭代 1 的 shop.db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启动时直接报错，全组跟着起不来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80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IntentSchemaMigrator：启动时探测 + 重建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探测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intent 有无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buyer_id 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79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取数据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读出旧表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全部记录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建新表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按新结构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建 intent_new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19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7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灌回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7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新表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7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改名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删旧表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改名接管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46320"/>
            <a:ext cx="11457432" cy="12801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01091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两条路径都能起来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老库：探测不到 buyer_id → 重建并灌回　·　新库：直接按新结构建表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存量匿名意向按口径不并入任何客户：buyer_id 落 0，客户历史只查 buyer_id = ?，0 永远查不到，不会串账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口径六条裁定，落到哪一行代码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多商品并行在售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133856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去掉「同一时间仅一件在售」的基线约束，列表只按 status 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1521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PortalService#list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55064"/>
            <a:ext cx="114574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2938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整件冻结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进入交易即整件冻住，product.status = 'frozen'，无 locked 字段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SellerIntentService#confirm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41448"/>
            <a:ext cx="1145743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1576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成交才扣库存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706624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成功时扣 1，失败时库存不动；提交意向不扣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249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SellerIntentService#markSuccess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27832"/>
            <a:ext cx="114574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5021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归零批量置失败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49300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成交后回查库存，为 0 则把该商品所有 pending 一次性置 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511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IntentMapper#failPendingOfProduct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5743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8853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A.2 下单必须登录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79392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未登录跳 /buyer/login?redirect=…，登录后原地回详情页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2976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PortalController#submit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114574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074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A.2 历史只显已结束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65776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trade_result ∈ (success, failed)，带失败原因与交易时间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084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OrderHistoryService#history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口径来源：《挑战需求A-澄清问答记录》（唯一权威文档，A.1 六条 + A.2 六条 + 补充四问）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验收：26 个用例覆盖三条链路，全项目 67 项全绿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532120" cy="2788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53212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我写的三个测试类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PortalFlowTest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0759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64592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列表 / 搜索 / 分类 / 分页 / 详情 / 未登录下单 / 快照落库 / 重复提交 / 地址必填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5798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MyOrdersFlowTest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122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450591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未登录拦截 / 只显已结果单并按交易时间倒序 / 换号不串数据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962656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SellerTradeFlowTest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16936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255263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跳过队首被拒 / 确认后冻结 / 成功扣库存解冻 / 失败不动 / 塞回队尾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868680"/>
            <a:ext cx="5650992" cy="27889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868680"/>
            <a:ext cx="5650992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0241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实跑一遍完整链路（不是画的示意图）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444752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注册 3 个买家 → 5 次下单 → 卖家处理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1 笔成功　·　1 笔失败　·　1 笔停在交易中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6 件商品：1 件已下架、1 件交易中、4 件在售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下面所有截图都来自这次实跑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11457432" cy="658368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931920"/>
            <a:ext cx="10972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mvn test　→　Tests run: 67, Failures: 0, Errors: 0, Skipped: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28032"/>
            <a:ext cx="11430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测试通过之后，我把系统真跑起来截图，又发现两个用例覆盖不到的问题：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① 详情页「交易中」徽章重复渲染两次　② 搜索参数名按 q 拼 URL 打不通，契约实际是 keyword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页面是给人看的，测试只能证明代码是对的。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实跑 · 买家侧：列表与我的订单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实跑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  <p:pic>
        <p:nvPicPr>
          <p:cNvPr id="7" name="Picture 6" descr="produc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22" y="868680"/>
            <a:ext cx="4777537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5522" y="868680"/>
            <a:ext cx="4777537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522" y="4727448"/>
            <a:ext cx="477753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商品列表：6 件只出 4 件，下架与冻结中的不出现</a:t>
            </a:r>
          </a:p>
        </p:txBody>
      </p:sp>
      <p:pic>
        <p:nvPicPr>
          <p:cNvPr id="10" name="Picture 9" descr="my-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379" y="868680"/>
            <a:ext cx="5508793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67379" y="868680"/>
            <a:ext cx="5508793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7379" y="4727448"/>
            <a:ext cx="550879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我的订单：同一买家 1 条成功、1 条失败（带失败原因）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30368"/>
            <a:ext cx="11457432" cy="960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37667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列表只出 on_sale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价格库内存「分」展示除 100，测试里专门断言过　·　「我的订单」只显已有结果，排队中与交易中的单明确写「不在此列表」，避免买家以为单丢了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实跑 · 交易推进：冻结态与卖家队列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实跑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  <p:pic>
        <p:nvPicPr>
          <p:cNvPr id="7" name="Picture 6" descr="detail-froz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4" y="868680"/>
            <a:ext cx="5508793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9894" y="868680"/>
            <a:ext cx="5508793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94" y="4727448"/>
            <a:ext cx="550879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交易中的商品：下单区整块替换为不可提交提示</a:t>
            </a:r>
          </a:p>
        </p:txBody>
      </p:sp>
      <p:pic>
        <p:nvPicPr>
          <p:cNvPr id="10" name="Picture 9" descr="selle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868680"/>
            <a:ext cx="5508793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33007" y="868680"/>
            <a:ext cx="5508793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4727448"/>
            <a:ext cx="550879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卖家队列：只有位次 1 有确认按钮，位次 2 显示等待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30368"/>
            <a:ext cx="11457432" cy="960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37667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冻结在买家侧的表现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详情页仍可访问，整块下单表单被替换　·　队列先到先得：位次 1 才有按钮　·　没有独立「取消」状态，取消就是交易失败，库存不动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我自己列出的四个待办，不留给别人发现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遗留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97864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2161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详情页「交易中」徽章重复渲染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97864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价格行与状态行两处判断都渲染了状态，展示冗余、不影响功能 → 迭代 3 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11457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68296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3865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接入 product.stock / product_image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68296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把「库存不限 + 占位图」换成真实数据，并补「售罄置灰」用例（现只覆盖 frozen）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9544"/>
            <a:ext cx="11457432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38727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557015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删除 contract/adapter 过渡包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38727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切到商品中心正式 Service；过渡方案到期即删，避免变成永久架构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79976"/>
            <a:ext cx="11457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70916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7274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修订需求规格 FR-04-8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709160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该条仍写「口令码 8 位」，而口令码已下线 → 随迭代 3 移除兜底接口时一并改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0644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「降级」我写在报告里也写在页面上：宁可少一个亮点，也不要让人以为系统在骗他。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82296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谢谢，请指正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买家门户与交易（T2-13 ~ T2-18）· 6 项任务 · 15 故事点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代码：iter2-java 分支　·　文档：Wiki「买家门户与交易模块-迭代2」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第 5 组 ｜ 周到（产品经理）｜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